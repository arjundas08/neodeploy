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NeoDeploy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4A3B8"/>
                </a:solidFill>
              </a:defRPr>
            </a:pPr>
            <a:r>
              <a:t>CI/CD DevOps Pipeline with Self-Healing &amp; Real-Time Monitoring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❓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t>• Manual deployments are slow and error-prone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t>• No visibility into deployment status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t>• Developers waste time on repetitive tasks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t>• No automated testing or security checks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t>• No instant alerts when things break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💡 Our Solution: NeoDeploy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t>• Automated CI/CD pipeline with Jenkins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t>• One-click deployments from dashboard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t>• Real-time monitoring and health checks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t>• Automatic security vulnerability scanning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t>• Instant Telegram notifications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t>• Self-healing infrastructure with Ansible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🏗️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743200"/>
            <a:ext cx="182880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GitHub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2743200"/>
            <a:ext cx="182880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Jenkins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2743200"/>
            <a:ext cx="182880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Docker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743200"/>
            <a:ext cx="182880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Deploy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2743200"/>
            <a:ext cx="182880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     Push  →      Build/Test  →    Containerize  →    Deploy  →    Alert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5029200"/>
            <a:ext cx="2286000" cy="7315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📱 Telegram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⚡ Jenkins Pipeline Stages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228600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1.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508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Maven compiles Java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228600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2.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331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11 JUnit tests run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17520"/>
            <a:ext cx="228600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3. DOCKER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15467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Container image created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840480"/>
            <a:ext cx="228600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4.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977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Trivy scans for CVEs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63440"/>
            <a:ext cx="228600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5. DEPLOY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800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Container deployed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486400"/>
            <a:ext cx="2286000" cy="6400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6. HEALTH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56235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Endpoint verified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🛠️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0"/>
              </a:spcAft>
              <a:defRPr sz="2800">
                <a:solidFill>
                  <a:srgbClr val="FFFFFF"/>
                </a:solidFill>
              </a:defRPr>
            </a:pPr>
            <a:r>
              <a:t>☕ Java 17</a:t>
            </a:r>
          </a:p>
          <a:p>
            <a:pPr>
              <a:spcAft>
                <a:spcPts val="2000"/>
              </a:spcAft>
              <a:defRPr sz="2800">
                <a:solidFill>
                  <a:srgbClr val="FFFFFF"/>
                </a:solidFill>
              </a:defRPr>
            </a:pPr>
            <a:r>
              <a:t>🍃 Spring Boot 3.2.5</a:t>
            </a:r>
          </a:p>
          <a:p>
            <a:pPr>
              <a:spcAft>
                <a:spcPts val="2000"/>
              </a:spcAft>
              <a:defRPr sz="2800">
                <a:solidFill>
                  <a:srgbClr val="FFFFFF"/>
                </a:solidFill>
              </a:defRPr>
            </a:pPr>
            <a:r>
              <a:t>🔧 Maven</a:t>
            </a:r>
          </a:p>
          <a:p>
            <a:pPr>
              <a:spcAft>
                <a:spcPts val="2000"/>
              </a:spcAft>
              <a:defRPr sz="2800">
                <a:solidFill>
                  <a:srgbClr val="FFFFFF"/>
                </a:solidFill>
              </a:defRPr>
            </a:pPr>
            <a:r>
              <a:t>🧪 JUnit 5</a:t>
            </a:r>
          </a:p>
          <a:p>
            <a:pPr>
              <a:spcAft>
                <a:spcPts val="2000"/>
              </a:spcAft>
              <a:defRPr sz="2800">
                <a:solidFill>
                  <a:srgbClr val="FFFFFF"/>
                </a:solidFill>
              </a:defRPr>
            </a:pPr>
            <a:r>
              <a:t>📊 JaCoCo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0"/>
              </a:spcAft>
              <a:defRPr sz="2800">
                <a:solidFill>
                  <a:srgbClr val="FFFFFF"/>
                </a:solidFill>
              </a:defRPr>
            </a:pPr>
            <a:r>
              <a:t>🐳 Docker</a:t>
            </a:r>
          </a:p>
          <a:p>
            <a:pPr>
              <a:spcAft>
                <a:spcPts val="2000"/>
              </a:spcAft>
              <a:defRPr sz="2800">
                <a:solidFill>
                  <a:srgbClr val="FFFFFF"/>
                </a:solidFill>
              </a:defRPr>
            </a:pPr>
            <a:r>
              <a:t>🔄 Jenkins</a:t>
            </a:r>
          </a:p>
          <a:p>
            <a:pPr>
              <a:spcAft>
                <a:spcPts val="2000"/>
              </a:spcAft>
              <a:defRPr sz="2800">
                <a:solidFill>
                  <a:srgbClr val="FFFFFF"/>
                </a:solidFill>
              </a:defRPr>
            </a:pPr>
            <a:r>
              <a:t>📦 Ansible</a:t>
            </a:r>
          </a:p>
          <a:p>
            <a:pPr>
              <a:spcAft>
                <a:spcPts val="2000"/>
              </a:spcAft>
              <a:defRPr sz="2800">
                <a:solidFill>
                  <a:srgbClr val="FFFFFF"/>
                </a:solidFill>
              </a:defRPr>
            </a:pPr>
            <a:r>
              <a:t>🔒 Trivy Security</a:t>
            </a:r>
          </a:p>
          <a:p>
            <a:pPr>
              <a:spcAft>
                <a:spcPts val="2000"/>
              </a:spcAft>
              <a:defRPr sz="2800">
                <a:solidFill>
                  <a:srgbClr val="FFFFFF"/>
                </a:solidFill>
              </a:defRPr>
            </a:pPr>
            <a:r>
              <a:t>📱 Telegram Bot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⭐ 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t>• 🖥️ Real-time Dashboard - Live deployment monitoring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t>• 🔄 Jenkins Integration - Automated build &amp; test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t>• 🐳 Docker - Containerized deployments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t>• 🔒 Trivy - Security vulnerability scanning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t>• 📦 Ansible - Infrastructure automation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t>• 🔧 Self-Healing - Auto-restart failed containers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t>• 📱 Telegram - Instant build notifications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3B82F6"/>
                </a:solidFill>
              </a:defRPr>
            </a:pPr>
            <a:r>
              <a:t>🎬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Dashboard: http://localhost:9090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Jenkins: http://localhost:8081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✅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600">
                <a:solidFill>
                  <a:srgbClr val="22C55E"/>
                </a:solidFill>
              </a:defRPr>
            </a:pPr>
            <a:r>
              <a:t>✓ Fully automated CI/CD pipeline</a:t>
            </a:r>
          </a:p>
          <a:p>
            <a:pPr>
              <a:spcAft>
                <a:spcPts val="1200"/>
              </a:spcAft>
              <a:defRPr sz="2600">
                <a:solidFill>
                  <a:srgbClr val="22C55E"/>
                </a:solidFill>
              </a:defRPr>
            </a:pPr>
            <a:r>
              <a:t>✓ Real Jenkins integration (not simulation)</a:t>
            </a:r>
          </a:p>
          <a:p>
            <a:pPr>
              <a:spcAft>
                <a:spcPts val="1200"/>
              </a:spcAft>
              <a:defRPr sz="2600">
                <a:solidFill>
                  <a:srgbClr val="22C55E"/>
                </a:solidFill>
              </a:defRPr>
            </a:pPr>
            <a:r>
              <a:t>✓ Docker containerization</a:t>
            </a:r>
          </a:p>
          <a:p>
            <a:pPr>
              <a:spcAft>
                <a:spcPts val="1200"/>
              </a:spcAft>
              <a:defRPr sz="2600">
                <a:solidFill>
                  <a:srgbClr val="22C55E"/>
                </a:solidFill>
              </a:defRPr>
            </a:pPr>
            <a:r>
              <a:t>✓ Security scanning with Trivy</a:t>
            </a:r>
          </a:p>
          <a:p>
            <a:pPr>
              <a:spcAft>
                <a:spcPts val="1200"/>
              </a:spcAft>
              <a:defRPr sz="2600">
                <a:solidFill>
                  <a:srgbClr val="22C55E"/>
                </a:solidFill>
              </a:defRPr>
            </a:pPr>
            <a:r>
              <a:t>✓ Infrastructure as Code (Ansible)</a:t>
            </a:r>
          </a:p>
          <a:p>
            <a:pPr>
              <a:spcAft>
                <a:spcPts val="1200"/>
              </a:spcAft>
              <a:defRPr sz="2600">
                <a:solidFill>
                  <a:srgbClr val="22C55E"/>
                </a:solidFill>
              </a:defRPr>
            </a:pPr>
            <a:r>
              <a:t>✓ Self-healing capabilities</a:t>
            </a:r>
          </a:p>
          <a:p>
            <a:pPr>
              <a:spcAft>
                <a:spcPts val="1200"/>
              </a:spcAft>
              <a:defRPr sz="2600">
                <a:solidFill>
                  <a:srgbClr val="22C55E"/>
                </a:solidFill>
              </a:defRPr>
            </a:pPr>
            <a:r>
              <a:t>✓ Real-time monitoring dashboard</a:t>
            </a:r>
          </a:p>
          <a:p>
            <a:pPr>
              <a:spcAft>
                <a:spcPts val="1200"/>
              </a:spcAft>
              <a:defRPr sz="2600">
                <a:solidFill>
                  <a:srgbClr val="22C55E"/>
                </a:solidFill>
              </a:defRPr>
            </a:pPr>
            <a:r>
              <a:t>✓ Instant Telegram notifications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 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3B82F6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